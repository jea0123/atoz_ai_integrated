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902" r:id="rId2"/>
    <p:sldId id="779" r:id="rId3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/>
        <a:ea typeface="바탕체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/>
        <a:ea typeface="바탕체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/>
        <a:ea typeface="바탕체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/>
        <a:ea typeface="바탕체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Arial"/>
        <a:ea typeface="바탕체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Arial"/>
        <a:ea typeface="바탕체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Arial"/>
        <a:ea typeface="바탕체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Arial"/>
        <a:ea typeface="바탕체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Arial"/>
        <a:ea typeface="바탕체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3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29" autoAdjust="0"/>
    <p:restoredTop sz="99502" autoAdjust="0"/>
  </p:normalViewPr>
  <p:slideViewPr>
    <p:cSldViewPr>
      <p:cViewPr>
        <p:scale>
          <a:sx n="75" d="100"/>
          <a:sy n="75" d="100"/>
        </p:scale>
        <p:origin x="180" y="912"/>
      </p:cViewPr>
      <p:guideLst>
        <p:guide orient="horz" pos="2159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972" y="-78"/>
      </p:cViewPr>
      <p:guideLst>
        <p:guide orient="horz" pos="3110"/>
        <p:guide pos="2135"/>
      </p:guideLst>
    </p:cSldViewPr>
  </p:notesViewPr>
  <p:gridSpacing cx="60128" cy="6012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t" anchorCtr="0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t" anchorCtr="0">
            <a:prstTxWarp prst="textNoShape">
              <a:avLst/>
            </a:prstTxWarp>
          </a:bodyPr>
          <a:lstStyle>
            <a:lvl1pPr algn="r"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b" anchorCtr="0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b" anchorCtr="0">
            <a:prstTxWarp prst="textNoShape">
              <a:avLst/>
            </a:prstTxWarp>
          </a:bodyPr>
          <a:lstStyle>
            <a:lvl1pPr algn="r" defTabSz="927100" eaLnBrk="1" hangingPunct="1">
              <a:defRPr i="1">
                <a:ea typeface="돋움"/>
              </a:defRPr>
            </a:lvl1pPr>
          </a:lstStyle>
          <a:p>
            <a:pPr lvl="0">
              <a:defRPr/>
            </a:pPr>
            <a:fld id="{EA1E1A8C-21A2-485C-A89E-04A4FEC0EC1A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787818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-1588" y="0"/>
            <a:ext cx="2946401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t" anchorCtr="0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t" anchorCtr="0">
            <a:prstTxWarp prst="textNoShape">
              <a:avLst/>
            </a:prstTxWarp>
          </a:bodyPr>
          <a:lstStyle>
            <a:lvl1pPr algn="r"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22313" y="754063"/>
            <a:ext cx="5351462" cy="3705225"/>
          </a:xfrm>
          <a:prstGeom prst="rect">
            <a:avLst/>
          </a:prstGeom>
          <a:noFill/>
          <a:ln w="12700">
            <a:solidFill>
              <a:schemeClr val="tx1"/>
            </a:solidFill>
            <a:miter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904875" y="4714875"/>
            <a:ext cx="4986338" cy="446722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3341" tIns="46670" rIns="93341" bIns="4667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-1588" y="9429750"/>
            <a:ext cx="2946401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b" anchorCtr="0">
            <a:prstTxWarp prst="textNoShape">
              <a:avLst/>
            </a:prstTxWarp>
          </a:bodyPr>
          <a:lstStyle>
            <a:lvl1pPr defTabSz="927100" eaLnBrk="1" hangingPunct="1">
              <a:defRPr i="1">
                <a:latin typeface="Arial"/>
                <a:ea typeface="돋움"/>
              </a:defRPr>
            </a:lvl1pPr>
          </a:lstStyle>
          <a:p>
            <a:pPr lvl="0">
              <a:defRPr/>
            </a:pPr>
            <a:endParaRPr lang="en-US" altLang="ko-KR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19311" tIns="0" rIns="19311" bIns="0" anchor="b" anchorCtr="0">
            <a:prstTxWarp prst="textNoShape">
              <a:avLst/>
            </a:prstTxWarp>
          </a:bodyPr>
          <a:lstStyle>
            <a:lvl1pPr algn="r" defTabSz="927100" eaLnBrk="1" hangingPunct="1">
              <a:defRPr i="1">
                <a:ea typeface="돋움"/>
              </a:defRPr>
            </a:lvl1pPr>
          </a:lstStyle>
          <a:p>
            <a:pPr lvl="0">
              <a:defRPr/>
            </a:pPr>
            <a:fld id="{77C11F79-9F30-46EB-9508-48C465A39AEB}" type="slidenum">
              <a:rPr lang="en-US" altLang="ko-KR"/>
              <a:pPr lvl="0"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597698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돋움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돋움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돋움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돋움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/>
        <a:ea typeface="돋움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303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62338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6"/>
          <p:cNvSpPr txBox="1">
            <a:spLocks noChangeArrowheads="1"/>
          </p:cNvSpPr>
          <p:nvPr userDrawn="1"/>
        </p:nvSpPr>
        <p:spPr bwMode="auto">
          <a:xfrm>
            <a:off x="4530725" y="658336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B37F737-E2ED-4CDA-805A-4CF0367B027B}" type="slidenum">
              <a:rPr lang="en-US" altLang="ko-KR" smtClean="0">
                <a:latin typeface="바탕" panose="02030600000101010101" pitchFamily="18" charset="-127"/>
                <a:ea typeface="바탕" panose="02030600000101010101" pitchFamily="18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64005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6"/>
          <p:cNvSpPr txBox="1">
            <a:spLocks noChangeArrowheads="1"/>
          </p:cNvSpPr>
          <p:nvPr userDrawn="1"/>
        </p:nvSpPr>
        <p:spPr bwMode="auto">
          <a:xfrm>
            <a:off x="4530725" y="658336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B37F737-E2ED-4CDA-805A-4CF0367B027B}" type="slidenum">
              <a:rPr lang="en-US" altLang="ko-KR" smtClean="0">
                <a:latin typeface="바탕" panose="02030600000101010101" pitchFamily="18" charset="-127"/>
                <a:ea typeface="바탕" panose="02030600000101010101" pitchFamily="18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21771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6"/>
          <p:cNvSpPr txBox="1">
            <a:spLocks noChangeArrowheads="1"/>
          </p:cNvSpPr>
          <p:nvPr userDrawn="1"/>
        </p:nvSpPr>
        <p:spPr bwMode="auto">
          <a:xfrm>
            <a:off x="4530725" y="6583363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B37F737-E2ED-4CDA-805A-4CF0367B027B}" type="slidenum">
              <a:rPr lang="en-US" altLang="ko-KR" smtClean="0">
                <a:latin typeface="바탕" panose="02030600000101010101" pitchFamily="18" charset="-127"/>
                <a:ea typeface="바탕" panose="02030600000101010101" pitchFamily="18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dirty="0"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96122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6"/>
          <p:cNvSpPr>
            <a:spLocks noChangeArrowheads="1"/>
          </p:cNvSpPr>
          <p:nvPr userDrawn="1"/>
        </p:nvSpPr>
        <p:spPr>
          <a:xfrm>
            <a:off x="273050" y="211138"/>
            <a:ext cx="2733040" cy="2616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/>
                <a:ea typeface="바탕체"/>
              </a:defRPr>
            </a:lvl9pPr>
          </a:lstStyle>
          <a:p>
            <a:pPr lvl="0">
              <a:spcBef>
                <a:spcPct val="50000"/>
              </a:spcBef>
              <a:defRPr/>
            </a:pPr>
            <a:r>
              <a:rPr kumimoji="0" lang="en-US" altLang="ko-KR" sz="1100" b="1">
                <a:latin typeface="맑은 고딕"/>
                <a:ea typeface="맑은 고딕"/>
                <a:sym typeface="Wingdings 2"/>
              </a:rPr>
              <a:t>2025</a:t>
            </a:r>
            <a:r>
              <a:rPr kumimoji="0" lang="ko-KR" altLang="en-US" sz="1100" b="1">
                <a:latin typeface="맑은 고딕"/>
                <a:ea typeface="맑은 고딕"/>
                <a:sym typeface="Wingdings 2"/>
              </a:rPr>
              <a:t>년 수입식품통합정보시스템 고도화</a:t>
            </a:r>
          </a:p>
        </p:txBody>
      </p:sp>
      <p:sp>
        <p:nvSpPr>
          <p:cNvPr id="1029" name="Text Box 32"/>
          <p:cNvSpPr txBox="1">
            <a:spLocks noChangeArrowheads="1"/>
          </p:cNvSpPr>
          <p:nvPr userDrawn="1"/>
        </p:nvSpPr>
        <p:spPr bwMode="auto">
          <a:xfrm>
            <a:off x="5803900" y="206375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" name="Line 41"/>
          <p:cNvSpPr>
            <a:spLocks noChangeShapeType="1"/>
          </p:cNvSpPr>
          <p:nvPr userDrawn="1"/>
        </p:nvSpPr>
        <p:spPr bwMode="auto">
          <a:xfrm flipV="1">
            <a:off x="373063" y="469900"/>
            <a:ext cx="9140825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Line 58">
            <a:extLst>
              <a:ext uri="{FF2B5EF4-FFF2-40B4-BE49-F238E27FC236}">
                <a16:creationId xmlns:a16="http://schemas.microsoft.com/office/drawing/2014/main" id="{FD77BB14-8724-2613-C732-F1EC3113739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73063" y="6559550"/>
            <a:ext cx="9140825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2A933-4292-2C54-E611-875955B229B7}"/>
              </a:ext>
            </a:extLst>
          </p:cNvPr>
          <p:cNvSpPr txBox="1"/>
          <p:nvPr userDrawn="1"/>
        </p:nvSpPr>
        <p:spPr>
          <a:xfrm>
            <a:off x="333469" y="6560157"/>
            <a:ext cx="871060" cy="2462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업무정의서</a:t>
            </a:r>
          </a:p>
        </p:txBody>
      </p:sp>
      <p:sp>
        <p:nvSpPr>
          <p:cNvPr id="1030" name="TextBox 5"/>
          <p:cNvSpPr txBox="1"/>
          <p:nvPr userDrawn="1"/>
        </p:nvSpPr>
        <p:spPr>
          <a:xfrm>
            <a:off x="8380296" y="6555656"/>
            <a:ext cx="1412212" cy="239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b="1">
                <a:latin typeface="함초롬돋움"/>
                <a:ea typeface="함초롬돋움"/>
                <a:cs typeface="함초롬돋움"/>
              </a:rPr>
              <a:t>주</a:t>
            </a:r>
            <a:r>
              <a:rPr lang="en-US" altLang="ko-KR" b="1">
                <a:latin typeface="함초롬돋움"/>
                <a:ea typeface="함초롬돋움"/>
                <a:cs typeface="함초롬돋움"/>
              </a:rPr>
              <a:t>)</a:t>
            </a:r>
            <a:r>
              <a:rPr lang="ko-KR" altLang="en-US" b="1">
                <a:latin typeface="함초롬돋움"/>
                <a:ea typeface="함초롬돋움"/>
                <a:cs typeface="함초롬돋움"/>
              </a:rPr>
              <a:t>에이투지시스템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897" r:id="rId3"/>
    <p:sldLayoutId id="2147483898" r:id="rId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/>
          <a:ea typeface="돋움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56" y="260648"/>
            <a:ext cx="1899743" cy="398568"/>
          </a:xfrm>
          <a:prstGeom prst="rect">
            <a:avLst/>
          </a:prstGeom>
          <a:noFill/>
        </p:spPr>
      </p:pic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045374"/>
              </p:ext>
            </p:extLst>
          </p:nvPr>
        </p:nvGraphicFramePr>
        <p:xfrm>
          <a:off x="2187112" y="1805544"/>
          <a:ext cx="6313440" cy="1354392"/>
        </p:xfrm>
        <a:graphic>
          <a:graphicData uri="http://schemas.openxmlformats.org/drawingml/2006/table">
            <a:tbl>
              <a:tblPr firstRow="1" bandRow="1"/>
              <a:tblGrid>
                <a:gridCol w="631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5505">
                <a:tc>
                  <a:txBody>
                    <a:bodyPr/>
                    <a:lstStyle/>
                    <a:p>
                      <a:pPr marL="0" marR="0" lvl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2400" b="1" kern="0" spc="0" dirty="0">
                          <a:solidFill>
                            <a:srgbClr val="999999"/>
                          </a:solidFill>
                          <a:effectLst/>
                          <a:latin typeface="맑은 고딕"/>
                        </a:rPr>
                        <a:t>{{PROJECT_NAME}}</a:t>
                      </a:r>
                      <a:endParaRPr lang="ko-KR" altLang="en-US" sz="2400" b="1" kern="0" spc="0" dirty="0">
                        <a:solidFill>
                          <a:srgbClr val="999999"/>
                        </a:solidFill>
                        <a:effectLst/>
                        <a:ea typeface="맑은 고딕"/>
                      </a:endParaRPr>
                    </a:p>
                    <a:p>
                      <a:pPr marL="0" marR="0" lvl="0" indent="0" algn="just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altLang="ko-KR" sz="32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{{DOCUMENT_TITLE}}</a:t>
                      </a:r>
                      <a:endParaRPr lang="ko-KR" altLang="en-US" sz="3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8580" marR="68580">
                    <a:lnL w="39497" cap="flat" cmpd="sng" algn="ctr">
                      <a:solidFill>
                        <a:srgbClr val="C0C0C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032097"/>
              </p:ext>
            </p:extLst>
          </p:nvPr>
        </p:nvGraphicFramePr>
        <p:xfrm>
          <a:off x="5554280" y="4571432"/>
          <a:ext cx="3302589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584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문서번호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eaLnBrk="1" hangingPunct="1">
                        <a:spcBef>
                          <a:spcPct val="50000"/>
                        </a:spcBef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{{DOCUMENT_ID}}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Version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{{VERSION}}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개정일자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{{REVISION_DATE}}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작성자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{{AUTHOR}}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179224" y="5894248"/>
            <a:ext cx="3998512" cy="51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b="1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2800" b="1">
                <a:latin typeface="함초롬돋움"/>
                <a:ea typeface="함초롬돋움"/>
                <a:cs typeface="함초롬돋움"/>
              </a:rPr>
              <a:t>주</a:t>
            </a:r>
            <a:r>
              <a:rPr lang="en-US" altLang="ko-KR" sz="2800" b="1">
                <a:latin typeface="함초롬돋움"/>
                <a:ea typeface="함초롬돋움"/>
                <a:cs typeface="함초롬돋움"/>
              </a:rPr>
              <a:t>)</a:t>
            </a:r>
            <a:r>
              <a:rPr lang="ko-KR" altLang="en-US" sz="2800" b="1">
                <a:latin typeface="함초롬돋움"/>
                <a:ea typeface="함초롬돋움"/>
                <a:cs typeface="함초롬돋움"/>
              </a:rPr>
              <a:t>에이투지시스템</a:t>
            </a:r>
          </a:p>
        </p:txBody>
      </p:sp>
    </p:spTree>
    <p:extLst>
      <p:ext uri="{BB962C8B-B14F-4D97-AF65-F5344CB8AC3E}">
        <p14:creationId xmlns:p14="http://schemas.microsoft.com/office/powerpoint/2010/main" val="275982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48"/>
          <p:cNvSpPr txBox="1">
            <a:spLocks noChangeArrowheads="1"/>
          </p:cNvSpPr>
          <p:nvPr/>
        </p:nvSpPr>
        <p:spPr bwMode="auto">
          <a:xfrm>
            <a:off x="3644900" y="633413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/>
            <a:r>
              <a:rPr kumimoji="0" lang="ko-KR" altLang="en-US" sz="14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개 정 이 력</a:t>
            </a:r>
          </a:p>
        </p:txBody>
      </p:sp>
      <p:sp>
        <p:nvSpPr>
          <p:cNvPr id="7171" name="Text Box 289"/>
          <p:cNvSpPr txBox="1">
            <a:spLocks noChangeArrowheads="1"/>
          </p:cNvSpPr>
          <p:nvPr/>
        </p:nvSpPr>
        <p:spPr bwMode="auto">
          <a:xfrm>
            <a:off x="349250" y="5773992"/>
            <a:ext cx="55948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/>
            <a:r>
              <a:rPr lang="en-US" altLang="ko-KR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사유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내용이 이전 문서에 대해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최초작성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삭제 중 선택 기입</a:t>
            </a:r>
          </a:p>
          <a:p>
            <a:pPr eaLnBrk="1" hangingPunct="1"/>
            <a:r>
              <a:rPr lang="en-US" altLang="ko-KR" baseline="30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 내용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변경이 발생되는 위치와 변경 내용을 자세히 기록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절과 변경 내용을 기술한다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.) </a:t>
            </a:r>
          </a:p>
        </p:txBody>
      </p:sp>
      <p:graphicFrame>
        <p:nvGraphicFramePr>
          <p:cNvPr id="6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129470"/>
              </p:ext>
            </p:extLst>
          </p:nvPr>
        </p:nvGraphicFramePr>
        <p:xfrm>
          <a:off x="428625" y="1084008"/>
          <a:ext cx="9069388" cy="4311333"/>
        </p:xfrm>
        <a:graphic>
          <a:graphicData uri="http://schemas.openxmlformats.org/drawingml/2006/table">
            <a:tbl>
              <a:tblPr firstRow="1" bandRow="1"/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84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버전</a:t>
                      </a:r>
                      <a:endParaRPr kumimoji="0" lang="ko-KR" altLang="en-US" sz="11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변경일</a:t>
                      </a:r>
                      <a:endParaRPr kumimoji="0" lang="ko-KR" altLang="en-US" sz="1100" b="1" i="0" u="none" strike="noStrike" cap="none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변경사유</a:t>
                      </a:r>
                      <a:r>
                        <a:rPr kumimoji="0" lang="en-US" altLang="ko-KR" sz="1100" b="1" i="0" u="none" strike="noStrike" cap="none" normalizeH="0" baseline="3000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kumimoji="0" lang="en-US" altLang="ko-KR" sz="1100" b="1" i="0" u="none" strike="noStrike" cap="none" normalizeH="0" baseline="300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변경내용</a:t>
                      </a:r>
                      <a:r>
                        <a:rPr kumimoji="0" lang="en-US" altLang="ko-KR" sz="1100" b="1" i="0" u="none" strike="noStrike" cap="none" normalizeH="0" baseline="3000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en-US" altLang="ko-KR" sz="1100" b="1" i="0" u="none" strike="noStrike" cap="none" normalizeH="0" baseline="300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작성자</a:t>
                      </a:r>
                      <a:endParaRPr kumimoji="0" lang="ko-KR" altLang="en-US" sz="11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승인자</a:t>
                      </a:r>
                      <a:endParaRPr kumimoji="0" lang="ko-KR" altLang="en-US" sz="1100" b="1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{{VERSION}}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{{REVISION_DATE}}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{{AUTHOR}}</a:t>
                      </a:r>
                      <a:endParaRPr kumimoji="1" lang="ko-KR" altLang="en-US" sz="11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1" lang="en-US" altLang="ko-KR" sz="1100" b="0" i="0" u="none" strike="noStrike" kern="1200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{{APPROVER}}</a:t>
                      </a:r>
                      <a:endParaRPr kumimoji="1" lang="ko-KR" altLang="en-US" sz="11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kern="1200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en-US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1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en-US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1" lang="ko-KR" altLang="ko-KR" sz="12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0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바탕체"/>
          </a:defRPr>
        </a:defPPr>
      </a:lstStyle>
    </a:spDef>
    <a:lnDef>
      <a:spPr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1" lang="ko-KR" altLang="en-US" sz="1000" b="0" i="0" u="none" strike="noStrike" cap="none" normalizeH="0" baseline="0" smtClean="0">
            <a:solidFill>
              <a:schemeClr val="tx1"/>
            </a:solidFill>
            <a:effectLst/>
            <a:latin typeface="Arial"/>
            <a:ea typeface="바탕체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100</Words>
  <Application>Microsoft Office PowerPoint</Application>
  <PresentationFormat>A4 용지(210x297mm)</PresentationFormat>
  <Paragraphs>24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바탕</vt:lpstr>
      <vt:lpstr>함초롬돋움</vt:lpstr>
      <vt:lpstr>Arial</vt:lpstr>
      <vt:lpstr>산출물표준-파워포인트-가로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kimhyungdae</dc:creator>
  <cp:lastModifiedBy>atoz</cp:lastModifiedBy>
  <cp:revision>2208</cp:revision>
  <dcterms:created xsi:type="dcterms:W3CDTF">2003-12-22T08:07:40Z</dcterms:created>
  <dcterms:modified xsi:type="dcterms:W3CDTF">2026-06-29T04:31:04Z</dcterms:modified>
  <cp:version/>
</cp:coreProperties>
</file>